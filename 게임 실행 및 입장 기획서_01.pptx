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B2080-B93B-4D1C-9A43-17690C1F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DA8330-520F-4900-94AB-A08447A88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0DF72-2B81-4C9B-B12B-1E945C57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3921-8948-45BB-9BD2-3317F8F6109B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12EAB1-6A73-4CC9-A2D5-DE9DA7E2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1D6CEB-B331-4392-A470-29A28BB1A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D7FDB-4C54-4A21-9F4E-2505764B8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14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F0CE2-B8C0-448F-90C9-6782E177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B845B-AE0A-45C6-A382-6D0B4FCE3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9D0179-314A-4828-B72C-4A5125FC8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3921-8948-45BB-9BD2-3317F8F6109B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9AE105-826F-43FF-853C-C519EDC6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4A7134-BB31-4123-8F48-6A1DFC37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D7FDB-4C54-4A21-9F4E-2505764B8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398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687D0-53CC-4801-9362-EA68AA85E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0432DC-82F6-4D3E-A439-C304BA10E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D015FA-E858-4975-B0CA-BA6DA5E9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3921-8948-45BB-9BD2-3317F8F6109B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2622B2-BA10-4C5E-8240-1F9CF6AFD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F6AFBB-5F75-4892-BAF9-359E3E925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D7FDB-4C54-4A21-9F4E-2505764B8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115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D547A-72CE-41C0-8AE2-A471592E3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7BD7BA-90FC-474E-89B8-C9E7E014E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969F00-78FF-4882-85C7-638B39666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5FBA8C-AB38-4C36-8416-300D40B23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3921-8948-45BB-9BD2-3317F8F6109B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282C54-A422-4C05-BACA-4916B548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97A9EB-68F5-4153-BB4E-7EBC24854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D7FDB-4C54-4A21-9F4E-2505764B8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051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6116AD-2A00-4F32-BE4B-803AAB41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4A001E-5074-4DAF-868B-05758F19C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15BAFD-3DA5-4E22-8626-DA06B79FE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57AC008-C5C7-4ECA-91DE-E4348FE78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85748B-0592-4D68-B1BB-FCC89EE81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88B4A33-C066-4575-A469-AF302F14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3921-8948-45BB-9BD2-3317F8F6109B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98B449-5B2B-475C-9625-A085814D9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93C4CA-1041-4766-8E74-ED808DCCE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D7FDB-4C54-4A21-9F4E-2505764B8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78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969F3-BE02-4519-83EE-25525160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42EA0-612D-40E0-A35F-E10318D00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3921-8948-45BB-9BD2-3317F8F6109B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8D6B6C-8418-4D2E-89E7-69C3778D9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C3B3AD-63A6-4D30-AAF2-1FE376E1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D7FDB-4C54-4A21-9F4E-2505764B8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53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ACD5A77-8180-4DAE-9FA8-9E72998D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3921-8948-45BB-9BD2-3317F8F6109B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0F8881-754A-4D28-8F4B-DA1BDC61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84B3E8-BF2D-446B-996F-7F4A14FB5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D7FDB-4C54-4A21-9F4E-2505764B8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31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CA31E-A9A1-4B3B-9153-D1D059EA9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D332AB-4890-4A0A-B66A-B8B502CD4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2FC306-D4AC-42BA-B584-D98F7AB62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2DE669-635C-427B-8046-3E22B144B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3921-8948-45BB-9BD2-3317F8F6109B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55B7BC-7577-445C-92A1-6CD9336E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BD20B9-A647-44EF-BE9A-AFAAD053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D7FDB-4C54-4A21-9F4E-2505764B8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0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D0B80-528A-45C7-A2B7-3FD79C8F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FDF9FC-0B1E-4A04-994D-5FACE718A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5BD018-4093-4AB9-A94E-0D38E4067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B2EADE-4941-4011-A1D7-184878D8C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3921-8948-45BB-9BD2-3317F8F6109B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B8E0AA-C677-4554-A057-888AE9324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64CC77-28FA-40CC-89C9-594830EB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D7FDB-4C54-4A21-9F4E-2505764B8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918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D8782-561E-4E4A-A67D-95D3A9B3F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F2AF22-12F6-4110-80FF-7F5B5A442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A17FFD-EFE8-44B6-83F2-21023743C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3921-8948-45BB-9BD2-3317F8F6109B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0026B7-A590-492B-ACD2-E18CB62E0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B64C65-969E-4903-9D94-C647968B9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D7FDB-4C54-4A21-9F4E-2505764B8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470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940E7B-47DD-483D-8FA9-76D0EBD429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C79650-A9BD-4A77-8353-58F9C2F67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F2BB21-A9EC-4B0D-80B0-A507157E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3921-8948-45BB-9BD2-3317F8F6109B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3CB91-64F8-4066-8DBC-EDB0EB13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8BAA9B-277F-452F-8A80-56D04234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D7FDB-4C54-4A21-9F4E-2505764B8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39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F5720E-38A4-4F8F-9ED3-271FF125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77623F-4637-4220-B61B-1FD44478A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6B28F9-FE3D-4C51-AB3E-9587A1093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D3921-8948-45BB-9BD2-3317F8F6109B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78C839-DCF8-475D-8C61-89C564E17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C423FD-0EBE-440A-8100-10217C4A5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D7FDB-4C54-4A21-9F4E-2505764B8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515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AED5573-DC6D-4A68-83B3-CA293D8C0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532" y="1306286"/>
            <a:ext cx="2448315" cy="43879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2E60F9-4B77-4BC6-9FD2-49FE8DB7C73F}"/>
              </a:ext>
            </a:extLst>
          </p:cNvPr>
          <p:cNvSpPr txBox="1"/>
          <p:nvPr/>
        </p:nvSpPr>
        <p:spPr>
          <a:xfrm>
            <a:off x="1421262" y="1965367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심심할 때</a:t>
            </a:r>
            <a:r>
              <a:rPr lang="en-US" altLang="ko-KR" dirty="0"/>
              <a:t> </a:t>
            </a:r>
            <a:r>
              <a:rPr lang="ko-KR" altLang="en-US" dirty="0"/>
              <a:t>하는 게임</a:t>
            </a:r>
            <a:endParaRPr lang="en-US" altLang="ko-KR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236E263-0C3D-4CAF-B8DE-335EA4A0C56C}"/>
              </a:ext>
            </a:extLst>
          </p:cNvPr>
          <p:cNvSpPr/>
          <p:nvPr/>
        </p:nvSpPr>
        <p:spPr>
          <a:xfrm>
            <a:off x="789709" y="1692234"/>
            <a:ext cx="3526972" cy="985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5E3D18-3DE6-4F43-B72D-282E649AB7C7}"/>
              </a:ext>
            </a:extLst>
          </p:cNvPr>
          <p:cNvSpPr txBox="1"/>
          <p:nvPr/>
        </p:nvSpPr>
        <p:spPr>
          <a:xfrm>
            <a:off x="630698" y="1146951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게임 이름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969D4AE-A69F-4CB5-A966-C46F7597D0C9}"/>
              </a:ext>
            </a:extLst>
          </p:cNvPr>
          <p:cNvCxnSpPr>
            <a:cxnSpLocks/>
            <a:stCxn id="12" idx="1"/>
            <a:endCxn id="11" idx="1"/>
          </p:cNvCxnSpPr>
          <p:nvPr/>
        </p:nvCxnSpPr>
        <p:spPr>
          <a:xfrm>
            <a:off x="630698" y="1331617"/>
            <a:ext cx="159011" cy="853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EBCECBBF-2634-4A63-8892-63FFF7499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643" y="4070461"/>
            <a:ext cx="1768092" cy="111905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9D86D74-450A-4DF5-9092-007A2BCBF871}"/>
              </a:ext>
            </a:extLst>
          </p:cNvPr>
          <p:cNvSpPr txBox="1"/>
          <p:nvPr/>
        </p:nvSpPr>
        <p:spPr>
          <a:xfrm>
            <a:off x="1362935" y="848979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게임 </a:t>
            </a:r>
            <a:r>
              <a:rPr lang="ko-KR" altLang="en-US"/>
              <a:t>타이틀 화면</a:t>
            </a: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8C226DEB-12BF-4B0E-B01F-5F3FB3920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730" y="1254059"/>
            <a:ext cx="2597556" cy="46167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87CEE1D-7104-44AF-82B2-C14FB1C8F95F}"/>
              </a:ext>
            </a:extLst>
          </p:cNvPr>
          <p:cNvSpPr txBox="1"/>
          <p:nvPr/>
        </p:nvSpPr>
        <p:spPr>
          <a:xfrm>
            <a:off x="4932849" y="838875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게임 선택 화면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E4E0617-99A8-4939-B1F6-8BE985F53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370" y="1254059"/>
            <a:ext cx="2597556" cy="46167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B60ABF6-90BC-4633-95A6-6FF508D699F3}"/>
              </a:ext>
            </a:extLst>
          </p:cNvPr>
          <p:cNvSpPr txBox="1"/>
          <p:nvPr/>
        </p:nvSpPr>
        <p:spPr>
          <a:xfrm>
            <a:off x="8586732" y="779605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게임이 존재할 경우</a:t>
            </a:r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6FDA1C12-F62E-4070-8FCE-05194E623E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779" y="3274163"/>
            <a:ext cx="534389" cy="248983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45C34488-8DC1-47C2-8C2D-57494EF0E4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254" y="2493819"/>
            <a:ext cx="974128" cy="849942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DF3D01A8-5CDF-496B-A59E-2FCECEDC88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215" y="3127554"/>
            <a:ext cx="742206" cy="21459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4BEF5BD-9AE3-41EF-8B07-DE95AB3B07F8}"/>
              </a:ext>
            </a:extLst>
          </p:cNvPr>
          <p:cNvSpPr txBox="1"/>
          <p:nvPr/>
        </p:nvSpPr>
        <p:spPr>
          <a:xfrm>
            <a:off x="8649779" y="3125942"/>
            <a:ext cx="51488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1" dirty="0" err="1"/>
              <a:t>점프점프</a:t>
            </a:r>
            <a:r>
              <a:rPr lang="en-US" altLang="ko-KR" sz="600" b="1" dirty="0"/>
              <a:t>!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2165854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</Words>
  <Application>Microsoft Office PowerPoint</Application>
  <PresentationFormat>와이드스크린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JOONGHEE JEONG</dc:creator>
  <cp:lastModifiedBy>JOONGHEE JEONG</cp:lastModifiedBy>
  <cp:revision>3</cp:revision>
  <dcterms:created xsi:type="dcterms:W3CDTF">2026-09-06T10:08:14Z</dcterms:created>
  <dcterms:modified xsi:type="dcterms:W3CDTF">2026-09-06T10:21:29Z</dcterms:modified>
</cp:coreProperties>
</file>